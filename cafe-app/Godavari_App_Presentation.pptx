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8B0000"/>
                </a:solidFill>
              </a:rPr>
              <a:t>Godavari Cafe App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33333"/>
                </a:solidFill>
              </a:rPr>
              <a:t>Next-Generation Dining Experience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Client Presentation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</a:rPr>
              <a:t>Project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A premium, multi-facility web application built for modern dining.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Combines Godavari Restaurant, Rooms, and Sky Lounge into one seamless portal.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Digital-first approach to ordering, payments, and customer interaction.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</a:rPr>
              <a:t>Key 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</a:rPr>
              <a:t>AI Virtual Waiter: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Powered by Google GenAI for contextual menu recommendations.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</a:rPr>
              <a:t>Multilingual Digital Menu: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English, Telugu, Hindi, and Kannada support.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</a:rPr>
              <a:t>Live Order Tracking &amp; PDF Bills: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QR codes and downloadable invoices.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</a:rPr>
              <a:t>Mock Payments &amp; Checkout: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Streamlined end-to-end checkout flow.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</a:rPr>
              <a:t>Operations &amp; Admin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</a:rPr>
              <a:t>Kitchen Display System (KDS):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Real-time order sync for chefs to prepare food efficiently.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</a:rPr>
              <a:t>Admin Dashboard: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Comprehensive view of daily revenue.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</a:rPr>
              <a:t>Data Visualizations: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Interactive charts using Recharts library.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</a:rPr>
              <a:t>The Technology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</a:rPr>
              <a:t>Next.js (App Router):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For robust routing, API endpoints, and server-side rendering.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</a:rPr>
              <a:t>React 19 &amp; Tailwind CSS: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For a highly responsive, animated (Framer Motion), and modern UI.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</a:rPr>
              <a:t>Supabase: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For scalable database and backend capabilities.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8B0000"/>
                </a:solidFill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33333"/>
                </a:solidFill>
              </a:rPr>
              <a:t>Ready for Deployment &amp; Scalability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2026-07-04T06:09:42Z</dcterms:created>
  <dcterms:modified xsi:type="dcterms:W3CDTF">2026-07-04T06:09:42Z</dcterms:modified>
</cp:coreProperties>
</file>